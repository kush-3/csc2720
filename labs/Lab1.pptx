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95" r:id="rId2"/>
    <p:sldId id="296" r:id="rId3"/>
    <p:sldId id="297" r:id="rId4"/>
    <p:sldId id="299" r:id="rId5"/>
    <p:sldId id="3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14"/>
    <p:restoredTop sz="86415"/>
  </p:normalViewPr>
  <p:slideViewPr>
    <p:cSldViewPr snapToGrid="0">
      <p:cViewPr varScale="1">
        <p:scale>
          <a:sx n="92" d="100"/>
          <a:sy n="92" d="100"/>
        </p:scale>
        <p:origin x="432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29C42-786B-2540-8BFF-5838D56A8FE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62CEC-EFA6-6E41-9C08-A2A40B2A8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62CEC-EFA6-6E41-9C08-A2A40B2A86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2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62CEC-EFA6-6E41-9C08-A2A40B2A86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91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62CEC-EFA6-6E41-9C08-A2A40B2A86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942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62CEC-EFA6-6E41-9C08-A2A40B2A86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62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9D77B-47EF-54C7-B236-A74E4C465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B1B0B-8E88-4CC3-9A74-6DB01DBDB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3B404-08E8-46C7-3288-5D3AD88BE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C5E6-411A-E14C-A8C6-197ABBFE9F0E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52582-2D3D-DBD2-62DA-A1C28861E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BC4B3-FFC8-E1A0-6F9A-488AFFC97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8A39-DDE5-7944-AFF9-764C258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35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7BFD6-437E-A2C0-8073-FDDBE4B0A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3713A-79D8-3E97-F0AD-75019B733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4F036-0039-29BB-9A82-5CAA5ED64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C5E6-411A-E14C-A8C6-197ABBFE9F0E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15D3F-16CA-3AE8-D5D8-0509FB541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4DC9E-41A9-C70E-06DF-283969CC9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8A39-DDE5-7944-AFF9-764C258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73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1074-F7BE-AC4B-FE45-270686AAA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4C328-B4DF-EBAB-2219-4DCCEFB20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B7C97-9368-0786-0310-6AA1B473A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C5E6-411A-E14C-A8C6-197ABBFE9F0E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158FE-85EF-7AFD-75B6-B077941EB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12871-FFDB-A60F-6899-A053F0783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8A39-DDE5-7944-AFF9-764C258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02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7B4E-9AFE-3E6B-FDD4-8BEC90C22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98104-6935-8E6E-23B6-20C35A1B07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643EC-E0F3-F1F1-FFB3-040AFD7C2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FAED9-3600-C348-A075-B648C1745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C5E6-411A-E14C-A8C6-197ABBFE9F0E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6BC93-9C0D-5D47-4634-9BDD3314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A031B-E8BF-76BA-0AC1-55746CC24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8A39-DDE5-7944-AFF9-764C258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0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F994-8606-EFB5-2506-C5D23E6C1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08234-E659-EAEE-7061-3E3984A10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665FC-0743-51A8-E31F-E26D7F996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E8F0AC-34C7-EFCA-0F9D-88B4273DA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4666EA-31F1-57EC-5707-4783A61E05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AC0D6-E9E5-77BC-74E4-8450B85D7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C5E6-411A-E14C-A8C6-197ABBFE9F0E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6816E2-6AA4-FB9A-F2FA-CC7A3ACE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F9393A-38F2-590C-2EA5-EA56FB37C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8A39-DDE5-7944-AFF9-764C258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27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22BDE-F069-1CD5-056A-D0100AC0B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B9F46E-EC04-CB2B-DFF8-E28E27E11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C5E6-411A-E14C-A8C6-197ABBFE9F0E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DDAFA8-F075-AF44-07C6-3E59F20CF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79321-CE74-0FEF-F5BF-861FC0968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8A39-DDE5-7944-AFF9-764C258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94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2DE474-BC2F-3A00-0B96-1DA9A6C18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C5E6-411A-E14C-A8C6-197ABBFE9F0E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FC032B-7E1A-0074-D8E5-C91DC79C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2A96F-278F-29BD-C734-C09926421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8A39-DDE5-7944-AFF9-764C258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05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C69C-0B37-A3DA-6F51-0E889A6B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36C5D-3849-9FAF-DD89-28BBF710E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6F1306-7385-6645-0D13-7059FA16F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49A8E-F795-52BB-76A2-5E84F247B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C5E6-411A-E14C-A8C6-197ABBFE9F0E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6B157-FDB0-620D-9683-302EB0E35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0B959-14F6-AF69-1B1A-A29E6E082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8A39-DDE5-7944-AFF9-764C258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14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C3857-E2D5-26A2-B549-26A1423F1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BA1383-D3FB-F79F-9F22-3752C62DB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24A73-BA80-FD58-3276-DCE199CF6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31FC5-647E-28FF-8647-36BFD2FBE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C5E6-411A-E14C-A8C6-197ABBFE9F0E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4EEF6-B0E2-EC5C-6D9E-93629BC9E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20F3B-0AB1-8EB1-FBD9-E5FA5D47B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8A39-DDE5-7944-AFF9-764C258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8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3A8F-C234-3DF4-2EA8-0337BB70F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C91B8-4816-81D3-33A2-42F6EBDA4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6FD96-11CA-1D20-14F7-D560FD9AA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C5E6-411A-E14C-A8C6-197ABBFE9F0E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F24FB-E519-95DC-3D35-F52A8B4C8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8F46-3F74-3E59-C606-BACFA50D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8A39-DDE5-7944-AFF9-764C258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55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D667E3-81D6-F986-0D80-789218A8F5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9ABFD-591F-43D0-F41C-CBD70422F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A1C27-9903-4DFC-F690-ABD96EF6A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C5E6-411A-E14C-A8C6-197ABBFE9F0E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773F5-A8A8-F447-B06C-9335D126D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88BC6-7D00-F104-27D9-A71B2D77D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8A39-DDE5-7944-AFF9-764C258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05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092B5-79C2-6119-5816-0DFCA825D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A9B7E-D98C-29D4-329E-274799E56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88D39-27AC-C9A6-CAC8-4B9720E68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E3C5E6-411A-E14C-A8C6-197ABBFE9F0E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ADD4E-4D5E-D11B-608B-35A5D29AC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D7130-3A4A-C803-FB4F-FAAC234F1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18A39-DDE5-7944-AFF9-764C2580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59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FA14E-7A0A-467A-DFD5-19A1CC426B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1</a:t>
            </a:r>
          </a:p>
        </p:txBody>
      </p:sp>
    </p:spTree>
    <p:extLst>
      <p:ext uri="{BB962C8B-B14F-4D97-AF65-F5344CB8AC3E}">
        <p14:creationId xmlns:p14="http://schemas.microsoft.com/office/powerpoint/2010/main" val="277245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6225E7C-67FC-1CDA-4026-DBDF0F22B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18" y="941954"/>
            <a:ext cx="8709412" cy="48045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4EEF52-5855-638A-A452-CE810EF57712}"/>
              </a:ext>
            </a:extLst>
          </p:cNvPr>
          <p:cNvSpPr txBox="1"/>
          <p:nvPr/>
        </p:nvSpPr>
        <p:spPr>
          <a:xfrm>
            <a:off x="1193366" y="888790"/>
            <a:ext cx="555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1231645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65286-3620-B4A9-C6E7-146A82E8C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2ED1D4-DE75-05D7-FA21-B0E210DCE88B}"/>
              </a:ext>
            </a:extLst>
          </p:cNvPr>
          <p:cNvSpPr txBox="1"/>
          <p:nvPr/>
        </p:nvSpPr>
        <p:spPr>
          <a:xfrm>
            <a:off x="900166" y="1148017"/>
            <a:ext cx="103916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/>
              <a:t>Refer to the provided Python script (</a:t>
            </a:r>
            <a:r>
              <a:rPr lang="en-US" sz="2400" i="1" dirty="0"/>
              <a:t>lab1_exercises.py</a:t>
            </a:r>
            <a:r>
              <a:rPr lang="en-US" sz="2400" dirty="0"/>
              <a:t>). Determine the time complexity of each method in that script. For each function, provide a brief explanation of how you calculated its time complexity.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45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70DE34-02A2-EEC4-535D-3419B1B9FE05}"/>
              </a:ext>
            </a:extLst>
          </p:cNvPr>
          <p:cNvSpPr txBox="1"/>
          <p:nvPr/>
        </p:nvSpPr>
        <p:spPr>
          <a:xfrm>
            <a:off x="900166" y="2464199"/>
            <a:ext cx="103916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dirty="0"/>
              <a:t>Write a python function that has O(1) space complexity in the best case, and O(n</a:t>
            </a:r>
            <a:r>
              <a:rPr lang="en-US" sz="2400" baseline="30000" dirty="0"/>
              <a:t>2</a:t>
            </a:r>
            <a:r>
              <a:rPr lang="en-US" sz="2400" dirty="0"/>
              <a:t>) space complexity in the worst case.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 </a:t>
            </a:r>
          </a:p>
          <a:p>
            <a:pPr algn="just"/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397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FD35-8A4D-3B4A-AC25-A89E0E5C9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9011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Submission Instructions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38A41-AB0C-6620-52B8-F9F3B7089747}"/>
              </a:ext>
            </a:extLst>
          </p:cNvPr>
          <p:cNvSpPr txBox="1"/>
          <p:nvPr/>
        </p:nvSpPr>
        <p:spPr>
          <a:xfrm>
            <a:off x="858980" y="1325563"/>
            <a:ext cx="11568546" cy="427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Submit the following in iCollege:</a:t>
            </a:r>
          </a:p>
          <a:p>
            <a:pPr marL="1028700" marR="0" lvl="1" indent="-571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 script/solution (FULL_NAME_Lab1.py)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Due date/time for submission: Within 24 hours from your lab’s end time.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Notes:</a:t>
            </a:r>
          </a:p>
          <a:p>
            <a:pPr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 Lab attendance and participation is mandatory. Your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iCollege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submission will only be considered   </a:t>
            </a:r>
          </a:p>
          <a:p>
            <a:pPr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for grading if you attend the corresponding lab session in-person. </a:t>
            </a:r>
          </a:p>
          <a:p>
            <a:pPr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It is the student’s responsibility to ask the lab instructor to update his/her attendance </a:t>
            </a:r>
          </a:p>
          <a:p>
            <a:pPr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record during each lab session.</a:t>
            </a:r>
          </a:p>
          <a:p>
            <a:pPr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If you arrive more than 20 minutes late, a 10% penalty will be applied.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Be prepared to answer a few questions on your solution/partial solution during the lab session.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675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</TotalTime>
  <Words>209</Words>
  <Application>Microsoft Macintosh PowerPoint</Application>
  <PresentationFormat>Widescreen</PresentationFormat>
  <Paragraphs>22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Lab 1</vt:lpstr>
      <vt:lpstr>PowerPoint Presentation</vt:lpstr>
      <vt:lpstr>PowerPoint Presentation</vt:lpstr>
      <vt:lpstr>PowerPoint Presentation</vt:lpstr>
      <vt:lpstr>Submission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M Towhidul Islam</dc:creator>
  <cp:lastModifiedBy>S M Towhidul Islam</cp:lastModifiedBy>
  <cp:revision>24</cp:revision>
  <dcterms:created xsi:type="dcterms:W3CDTF">2024-08-27T00:36:47Z</dcterms:created>
  <dcterms:modified xsi:type="dcterms:W3CDTF">2026-01-14T15:24:17Z</dcterms:modified>
</cp:coreProperties>
</file>